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Relationships xmlns="http://schemas.openxmlformats.org/package/2006/relationships"><Relationship Id="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1"/>
    <p:sldId id="257" r:id="r2"/>
    <p:sldId id="258" r:id="r3"/>
  </p:sldIdLst>
  <p:sldSz cx="9144000" cy="5143500"/>
  <p:notesSz cx="6858000" cy="9144000"/>
</p:presentation>
</file>

<file path=ppt/_rels/presentation.xml.rels><Relationships xmlns="http://schemas.openxmlformats.org/package/2006/relationships"><Relationship Id="r1" Type="http://schemas.openxmlformats.org/officeDocument/2006/relationships/slide" Target="slides/slide1.xml"/><Relationship Id="r2" Type="http://schemas.openxmlformats.org/officeDocument/2006/relationships/slide" Target="slides/slide2.xml"/><Relationship Id="r3" Type="http://schemas.openxmlformats.org/officeDocument/2006/relationships/slide" Target="slides/slide3.xml"/></Relationships>
</file>

<file path=ppt/slides/_rels/slide2.xml.rels><Relationships xmlns="http://schemas.openxmlformats.org/package/2006/relationships"><Relationship Id="image" Type="http://schemas.openxmlformats.org/officeDocument/2006/relationships/image" Target="../media/checker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0000" y="600000"/>
            <a:ext cx="8000000" cy="900000"/>
          </a:xfrm>
          <a:prstGeom prst="rect">
            <a:avLst/>
          </a:prstGeom>
        </p:spPr>
        <p:txBody>
          <a:bodyPr/>
          <a:lstStyle/>
          <a:p>
            <a:r>
              <a:rPr lang="zh-CN" sz="2800" b="1">
                <a:latin typeface="Arial"/>
                <a:ea typeface="Microsoft YaHei"/>
              </a:rPr>
              <a:t>白泽预览 第一张 SLIDE-ONE</a:t>
            </a:r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500000" y="2000000"/>
            <a:ext cx="8000000" cy="900000"/>
          </a:xfrm>
          <a:prstGeom prst="rect">
            <a:avLst/>
          </a:prstGeom>
        </p:spPr>
        <p:txBody>
          <a:bodyPr/>
          <a:lstStyle/>
          <a:p>
            <a:r>
              <a:rPr lang="zh-CN" sz="2800" b="1">
                <a:latin typeface="Arial"/>
                <a:ea typeface="Microsoft YaHei"/>
              </a:rPr>
              <a:t>文字布局 / Independent text layout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0000" y="600000"/>
            <a:ext cx="8000000" cy="900000"/>
          </a:xfrm>
          <a:prstGeom prst="rect">
            <a:avLst/>
          </a:prstGeom>
        </p:spPr>
        <p:txBody>
          <a:bodyPr/>
          <a:lstStyle/>
          <a:p>
            <a:r>
              <a:rPr lang="zh-CN" sz="2800" b="1">
                <a:latin typeface="Arial"/>
                <a:ea typeface="Microsoft YaHei"/>
              </a:rPr>
              <a:t>白泽预览 第二张 SLIDE-TWO</a:t>
            </a:r>
            <a:endParaRPr lang="zh-CN"/>
          </a:p>
        </p:txBody>
      </p:sp>
      <p:pic>
        <p:nvPicPr>
          <p:cNvPr id="3" name="Checker image"/>
          <p:cNvPicPr/>
          <p:nvPr/>
        </p:nvPicPr>
        <p:blipFill>
          <a:blip r:embed="image"/>
          <a:stretch>
            <a:fillRect/>
          </a:stretch>
        </p:blipFill>
        <p:spPr>
          <a:xfrm>
            <a:off x="700000" y="2000000"/>
            <a:ext cx="1800000" cy="18000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500000" y="4000000"/>
            <a:ext cx="8000000" cy="900000"/>
          </a:xfrm>
          <a:prstGeom prst="rect">
            <a:avLst/>
          </a:prstGeom>
        </p:spPr>
        <p:txBody>
          <a:bodyPr/>
          <a:lstStyle/>
          <a:p>
            <a:r>
              <a:rPr lang="zh-CN" sz="2800" b="1">
                <a:latin typeface="Arial"/>
                <a:ea typeface="Microsoft YaHei"/>
              </a:rPr>
              <a:t>图片布局 / Checker image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0000" y="600000"/>
            <a:ext cx="8000000" cy="900000"/>
          </a:xfrm>
          <a:prstGeom prst="rect">
            <a:avLst/>
          </a:prstGeom>
        </p:spPr>
        <p:txBody>
          <a:bodyPr/>
          <a:lstStyle/>
          <a:p>
            <a:r>
              <a:rPr lang="zh-CN" sz="2800" b="1">
                <a:latin typeface="Arial"/>
                <a:ea typeface="Microsoft YaHei"/>
              </a:rPr>
              <a:t>白泽预览 第三张 SLIDE-THREE</a:t>
            </a:r>
            <a:endParaRPr lang="zh-CN"/>
          </a:p>
        </p:txBody>
      </p:sp>
      <p:graphicFrame>
        <p:nvGraphicFramePr>
          <p:cNvPr id="3" name="Fixture table"/>
          <p:cNvGraphicFramePr/>
          <p:nvPr/>
        </p:nvGraphicFramePr>
        <p:xfrm>
          <a:off x="700000" y="2000000"/>
          <a:ext cx="6000000" cy="18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900000">
                <a:tc>
                  <a:txBody>
                    <a:bodyPr/>
                    <a:lstStyle/>
                    <a:p>
                      <a:r>
                        <a:rPr sz="2400"/>
                        <a:t>项目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/>
                        <a:t>结果 Result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sz="2400"/>
                        <a:t>中文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/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